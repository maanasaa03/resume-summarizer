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53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03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8709840" y="65988"/>
            <a:ext cx="2286000" cy="6858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2548" y="467676"/>
            <a:ext cx="2479250" cy="8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 dirty="0"/>
              <a:t>{{NAME}}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847" y="2124273"/>
            <a:ext cx="2194560" cy="73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dirty="0"/>
              <a:t>{{ROLE}}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893" y="3548135"/>
            <a:ext cx="2194560" cy="6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{{LOCATION}}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14" y="4716993"/>
            <a:ext cx="2408286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br>
              <a:rPr dirty="0"/>
            </a:br>
            <a:r>
              <a:rPr dirty="0"/>
              <a:t>{{EDUCATION_AND_CERTIFICATION}}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2918093" y="2686788"/>
            <a:ext cx="5508000" cy="4140000"/>
          </a:xfrm>
          <a:prstGeom prst="rect">
            <a:avLst/>
          </a:prstGeom>
          <a:noFill/>
        </p:spPr>
        <p:txBody>
          <a:bodyPr wrap="square" tIns="46800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rPr lang="en-IN" dirty="0"/>
              <a:t>{{PROFESSIONAL_EXPERIENCE}}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73342"/>
            <a:ext cx="5576400" cy="207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rPr dirty="0"/>
              <a:t>{{PROFILE_OVERVIEW}}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554522"/>
            <a:ext cx="2103120" cy="279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rPr dirty="0"/>
              <a:t>{{SKILLS}}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126788"/>
            <a:ext cx="2103120" cy="279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rPr dirty="0"/>
              <a:t>{{DOMAIN_EXPERIENCE}}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CAD517-6E46-5D62-933D-0D57A1BFD438}"/>
              </a:ext>
            </a:extLst>
          </p:cNvPr>
          <p:cNvSpPr txBox="1"/>
          <p:nvPr/>
        </p:nvSpPr>
        <p:spPr>
          <a:xfrm>
            <a:off x="8778240" y="273342"/>
            <a:ext cx="21031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/>
              <a:t>SKILLS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16FFAF-50D6-B010-FB57-14DFCE38284D}"/>
              </a:ext>
            </a:extLst>
          </p:cNvPr>
          <p:cNvSpPr txBox="1"/>
          <p:nvPr/>
        </p:nvSpPr>
        <p:spPr>
          <a:xfrm>
            <a:off x="8778240" y="3748435"/>
            <a:ext cx="19871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323232"/>
                </a:solidFill>
              </a:defRPr>
            </a:pPr>
            <a:r>
              <a:rPr lang="en-IN" dirty="0"/>
              <a:t>DOMAIN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CEABDC-9CEA-B6EF-BF2C-69F906A81C33}"/>
              </a:ext>
            </a:extLst>
          </p:cNvPr>
          <p:cNvSpPr txBox="1"/>
          <p:nvPr/>
        </p:nvSpPr>
        <p:spPr>
          <a:xfrm>
            <a:off x="2926080" y="2437200"/>
            <a:ext cx="5011289" cy="36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>
                <a:solidFill>
                  <a:schemeClr val="tx2"/>
                </a:solidFill>
              </a:rPr>
              <a:t>PROFESSIONAL</a:t>
            </a:r>
            <a:r>
              <a:rPr lang="en-IN" sz="1300" b="1" dirty="0">
                <a:solidFill>
                  <a:schemeClr val="accent1"/>
                </a:solidFill>
              </a:rPr>
              <a:t> </a:t>
            </a:r>
            <a:r>
              <a:rPr lang="en-IN" sz="1300" b="1" dirty="0">
                <a:solidFill>
                  <a:schemeClr val="tx2"/>
                </a:solidFill>
              </a:rPr>
              <a:t>EXPERIENCE</a:t>
            </a:r>
          </a:p>
          <a:p>
            <a:endParaRPr lang="en-IN" sz="1300" b="1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50EA49-D093-AC6B-6053-57CBEE35A8F0}"/>
              </a:ext>
            </a:extLst>
          </p:cNvPr>
          <p:cNvSpPr txBox="1"/>
          <p:nvPr/>
        </p:nvSpPr>
        <p:spPr>
          <a:xfrm>
            <a:off x="2937600" y="65988"/>
            <a:ext cx="4890626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>
                <a:solidFill>
                  <a:schemeClr val="tx2"/>
                </a:solidFill>
              </a:rPr>
              <a:t>PROFILE OVERVIEW</a:t>
            </a:r>
          </a:p>
          <a:p>
            <a:endParaRPr lang="en-IN" sz="1300" b="1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AB42FE-F6D5-C0B2-F2A2-1731C3E1B45C}"/>
              </a:ext>
            </a:extLst>
          </p:cNvPr>
          <p:cNvSpPr txBox="1"/>
          <p:nvPr/>
        </p:nvSpPr>
        <p:spPr>
          <a:xfrm>
            <a:off x="251847" y="3144592"/>
            <a:ext cx="1879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solidFill>
                  <a:schemeClr val="bg1"/>
                </a:solidFill>
              </a:rPr>
              <a:t>LOCATION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53443B-8460-628D-3F90-A1B41DC76274}"/>
              </a:ext>
            </a:extLst>
          </p:cNvPr>
          <p:cNvSpPr txBox="1"/>
          <p:nvPr/>
        </p:nvSpPr>
        <p:spPr>
          <a:xfrm>
            <a:off x="251846" y="1797914"/>
            <a:ext cx="187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ROLE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EFC6E2-EB7A-2C87-A68F-070853A46B19}"/>
              </a:ext>
            </a:extLst>
          </p:cNvPr>
          <p:cNvSpPr txBox="1"/>
          <p:nvPr/>
        </p:nvSpPr>
        <p:spPr>
          <a:xfrm>
            <a:off x="51167" y="4282723"/>
            <a:ext cx="24886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u="sng" dirty="0">
                <a:solidFill>
                  <a:schemeClr val="bg1"/>
                </a:solidFill>
              </a:rPr>
              <a:t>Education &amp; Certification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47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rekha nallathambi</cp:lastModifiedBy>
  <cp:revision>12</cp:revision>
  <dcterms:created xsi:type="dcterms:W3CDTF">2013-01-27T09:14:16Z</dcterms:created>
  <dcterms:modified xsi:type="dcterms:W3CDTF">2025-10-22T20:51:48Z</dcterms:modified>
  <cp:category/>
</cp:coreProperties>
</file>